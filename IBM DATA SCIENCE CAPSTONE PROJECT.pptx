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rlet, Lukas" initials="BL" lastIdx="2" clrIdx="0">
    <p:extLst>
      <p:ext uri="{19B8F6BF-5375-455C-9EA6-DF929625EA0E}">
        <p15:presenceInfo xmlns:p15="http://schemas.microsoft.com/office/powerpoint/2012/main" userId="Berlet, Luk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1F382-D3E7-4A99-8110-AD549DF5ECDB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507DC-249F-436A-AC0B-7CC1DAD6D9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27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5B786-5F75-43E4-A45B-0E80B436D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FD77BE-9E28-4113-9A75-44F8031ED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EF01E5-C9B8-4C93-8FC5-57604058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0F12DA-545A-49E7-9AC7-60CA601E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9E5E02-BC99-4A9B-B5E6-F8FED93F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27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7E046-4313-4618-AEA9-041EC2C5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8B3E5-FB62-4025-920A-81C89914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1227D-3CE3-4F07-8378-BBA33C8C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251264-7F29-468A-BE38-D900D258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A79E03-CB74-4BA3-A65A-168CF962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194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F0CC9-9411-42FE-98F8-C09E4612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1DACD2-8903-4004-AF9E-F38E45E92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834465-F037-42CA-B291-F205DF93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531A3-B6D9-4184-80CA-DCF0D6AF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2B29F3-0F2D-4293-B7FF-67257529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26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8976F-6591-4E2A-933A-F44FAAD4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B61969-A035-43EB-AA03-467E00ECA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134204-5922-4DB7-B198-55F0CA6BA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2ACC86-E288-467D-8C0D-F716B8D5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66FC2A-A549-479E-ACF6-3D7E2C54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5117A5-CDB3-4A37-BA9B-4C67148D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8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45402-6C17-4314-8B69-FF54522F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CB877F-6434-479D-AB7C-54C691A20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12F45F-1C23-46D4-B3DF-F73BEA0AE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800789-0C07-4C2A-8344-F2FB2CD4B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33760F-6E72-4BB9-BA69-ED94D23E2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6E757C-E9A5-4D0E-B900-6FC994B6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0BDF22-7782-4135-A86C-1B18222C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65653B-9E8F-4BC2-8325-ACE088E8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28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3BBD6-DD73-4C24-881A-DCD3E39E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8593ED-78B3-412C-827B-8C12489E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9857E2-DCB1-437F-A58F-B4A3DF60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2C9A16-E225-4854-9C02-0D41B714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56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EF0FCF-ACE6-48AB-9E52-3DE9029B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FC9895-BC9E-4C21-BDC4-1131712F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C40B54-FD0B-4947-B8C4-85FBFEC0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36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7B8A4-7D8E-401D-BE43-2C8AD537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E21EAD-A257-4C49-AA5C-E8DEF7B44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3CCF34-8E3B-4BB7-8518-242284F0C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F7B2A4-0AC7-4E96-ABCA-FABFAA54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DD39CA-3D21-4395-B96E-475B897D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7AB6C9-32D8-45D8-93B1-AC65E3B4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18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9B969-F27F-4999-B8B6-91E51C00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269368-6DD0-4328-94D5-03E8CC1A8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7DC1CB-6C53-4310-BF8C-17840D400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3EB0EC-B415-4FAE-BA1B-236A440A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60CB99-BE4A-401A-A3F0-7C5C70E4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31106C-2896-465A-B286-B089BD6B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83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D5916-8FAC-4FB8-A34F-6DBD8B6F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07B58C-E855-4B5F-98AB-628E2BB81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255799-A5A5-4B2E-BC3D-61BB0929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B18DA7-08E4-4820-BD2A-F26FF8BA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ADB653-2EB7-4227-A7C4-F34C9E5A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16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11ED8F5-EB53-4B6E-A094-93B7DEDCB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7EE521-DEAA-499E-813C-A39AD9A63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C712E7-B8CE-4178-8035-3F0010B0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5C793-C847-4199-97D4-7BCDB63A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C04204-FB11-4520-BA1F-7359A527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77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835E8D4-50C3-41F3-A6CE-572AAF31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443FAB-7183-437E-833C-09B86A614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1DFAC3-F855-4221-9DEA-3C673C1A9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08FE5-F011-47FB-98B8-C75BE27BBE03}" type="datetimeFigureOut">
              <a:rPr lang="de-DE" smtClean="0"/>
              <a:t>24.05.2021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EA2B7C-03FD-40E2-B962-2EA26F5B3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2E3D64-8119-40D4-984D-0252B80C1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F4478-AF31-4B8A-BAB5-6829D6DD17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53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CC656-A09C-4592-83C1-CF4EE5B853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5858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6939A4E-3E93-4FF6-B5C3-A3FB9BA5E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IBM DATA SCIENCE CAPSTONE PROJECT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89CEB8-96AA-45AB-AF33-EEEF06641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THE BATTLE OF NEIGHBORHOODS –ANALYZED ON AMSTERDAM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2F29FB7-8B5F-43EA-ADDC-23A513D08852}"/>
              </a:ext>
            </a:extLst>
          </p:cNvPr>
          <p:cNvSpPr txBox="1"/>
          <p:nvPr/>
        </p:nvSpPr>
        <p:spPr>
          <a:xfrm>
            <a:off x="9320212" y="6057899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By luk12luk12</a:t>
            </a:r>
          </a:p>
        </p:txBody>
      </p:sp>
    </p:spTree>
    <p:extLst>
      <p:ext uri="{BB962C8B-B14F-4D97-AF65-F5344CB8AC3E}">
        <p14:creationId xmlns:p14="http://schemas.microsoft.com/office/powerpoint/2010/main" val="192526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239202" y="2167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BUSINESS PROBLEM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28F408-6BA9-46C7-AD5C-AABC5742B93C}"/>
              </a:ext>
            </a:extLst>
          </p:cNvPr>
          <p:cNvSpPr txBox="1"/>
          <p:nvPr/>
        </p:nvSpPr>
        <p:spPr>
          <a:xfrm>
            <a:off x="485774" y="1044387"/>
            <a:ext cx="113823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</a:rPr>
              <a:t>1. Is the place suitable for opening a restaurant?</a:t>
            </a:r>
          </a:p>
          <a:p>
            <a:endParaRPr lang="en-US" sz="3200" dirty="0">
              <a:effectLst/>
              <a:latin typeface="Arial" panose="020B0604020202020204" pitchFamily="34" charset="0"/>
            </a:endParaRPr>
          </a:p>
          <a:p>
            <a:r>
              <a:rPr lang="en-US" sz="3200" dirty="0">
                <a:effectLst/>
                <a:latin typeface="Arial" panose="020B0604020202020204" pitchFamily="34" charset="0"/>
              </a:rPr>
              <a:t>2. Is it a good place for a contractor to start his/her own business, i.e. to setup his/her office?</a:t>
            </a:r>
            <a:endParaRPr lang="de-DE" sz="32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B30CC7C-20FD-4A26-964F-329F63635620}"/>
              </a:ext>
            </a:extLst>
          </p:cNvPr>
          <p:cNvSpPr txBox="1"/>
          <p:nvPr/>
        </p:nvSpPr>
        <p:spPr>
          <a:xfrm>
            <a:off x="1239202" y="3535680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OUR GOAL</a:t>
            </a:r>
            <a:endParaRPr lang="de-DE" sz="3200" b="1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7AFCDB-A457-4982-88FD-B1D1B25BEB8C}"/>
              </a:ext>
            </a:extLst>
          </p:cNvPr>
          <p:cNvSpPr txBox="1"/>
          <p:nvPr/>
        </p:nvSpPr>
        <p:spPr>
          <a:xfrm>
            <a:off x="485774" y="4416295"/>
            <a:ext cx="11382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</a:rPr>
              <a:t>To analyze: Is Amsterdam being a well multicultural place to satisfy the above two main business problem?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4279562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239202" y="2167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INTRODUCTION ON AMSTERDAM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28F408-6BA9-46C7-AD5C-AABC5742B93C}"/>
              </a:ext>
            </a:extLst>
          </p:cNvPr>
          <p:cNvSpPr txBox="1"/>
          <p:nvPr/>
        </p:nvSpPr>
        <p:spPr>
          <a:xfrm>
            <a:off x="485774" y="1044387"/>
            <a:ext cx="11382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The largest city in the Netherlands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Have a population of 1.16 million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This place with approximately 178 different cultural backgrounds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It hosts many cultural events throughout the year, which emphasizes their worldly view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94110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239202" y="2167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DESCRIPTION OF DATASET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28F408-6BA9-46C7-AD5C-AABC5742B93C}"/>
              </a:ext>
            </a:extLst>
          </p:cNvPr>
          <p:cNvSpPr txBox="1"/>
          <p:nvPr/>
        </p:nvSpPr>
        <p:spPr>
          <a:xfrm>
            <a:off x="485774" y="1044387"/>
            <a:ext cx="11382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Data scraping from https://en.wikipedia.org/wiki/Category:Neighbourhoods_of_Amsterdamto get </a:t>
            </a:r>
            <a:r>
              <a:rPr lang="en-US" sz="3200" dirty="0" err="1">
                <a:effectLst/>
                <a:latin typeface="Arial" panose="020B0604020202020204" pitchFamily="34" charset="0"/>
              </a:rPr>
              <a:t>Neighbourhoodsof</a:t>
            </a:r>
            <a:r>
              <a:rPr lang="en-US" sz="3200" dirty="0">
                <a:effectLst/>
                <a:latin typeface="Arial" panose="020B0604020202020204" pitchFamily="34" charset="0"/>
              </a:rPr>
              <a:t> Amsterdam •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Use </a:t>
            </a:r>
            <a:r>
              <a:rPr lang="en-US" sz="3200" dirty="0" err="1">
                <a:effectLst/>
                <a:latin typeface="Arial" panose="020B0604020202020204" pitchFamily="34" charset="0"/>
              </a:rPr>
              <a:t>geopylibrary</a:t>
            </a:r>
            <a:r>
              <a:rPr lang="en-US" sz="3200" dirty="0">
                <a:effectLst/>
                <a:latin typeface="Arial" panose="020B0604020202020204" pitchFamily="34" charset="0"/>
              </a:rPr>
              <a:t> to get the latitude and longitude values of Amsterdam •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Use Foursquare API to get data of venue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39686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239202" y="2167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DESCRIPTION OF DATASET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28F408-6BA9-46C7-AD5C-AABC5742B93C}"/>
              </a:ext>
            </a:extLst>
          </p:cNvPr>
          <p:cNvSpPr txBox="1"/>
          <p:nvPr/>
        </p:nvSpPr>
        <p:spPr>
          <a:xfrm>
            <a:off x="485774" y="1044387"/>
            <a:ext cx="113823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Explore and load dataset from website link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Data transformation by pandas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Use one-hot encoding to do features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Get latitude and longitude values of Amsterdam and plot the map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Apply </a:t>
            </a:r>
            <a:r>
              <a:rPr lang="en-US" sz="3200" dirty="0" err="1">
                <a:effectLst/>
                <a:latin typeface="Arial" panose="020B0604020202020204" pitchFamily="34" charset="0"/>
              </a:rPr>
              <a:t>FourSquareAPI</a:t>
            </a:r>
            <a:r>
              <a:rPr lang="en-US" sz="3200" dirty="0">
                <a:effectLst/>
                <a:latin typeface="Arial" panose="020B0604020202020204" pitchFamily="34" charset="0"/>
              </a:rPr>
              <a:t> in all the </a:t>
            </a:r>
            <a:r>
              <a:rPr lang="en-US" sz="3200" dirty="0" err="1">
                <a:effectLst/>
                <a:latin typeface="Arial" panose="020B0604020202020204" pitchFamily="34" charset="0"/>
              </a:rPr>
              <a:t>neighbourhoodson</a:t>
            </a:r>
            <a:r>
              <a:rPr lang="en-US" sz="3200" dirty="0">
                <a:effectLst/>
                <a:latin typeface="Arial" panose="020B0604020202020204" pitchFamily="34" charset="0"/>
              </a:rPr>
              <a:t> Amsterdam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rial" panose="020B0604020202020204" pitchFamily="34" charset="0"/>
              </a:rPr>
              <a:t>Use k-means clustering to visualize the clusters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130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239202" y="2167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BUSINESS PROBLEM</a:t>
            </a:r>
            <a:endParaRPr lang="de-DE" sz="32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28F408-6BA9-46C7-AD5C-AABC5742B93C}"/>
              </a:ext>
            </a:extLst>
          </p:cNvPr>
          <p:cNvSpPr txBox="1"/>
          <p:nvPr/>
        </p:nvSpPr>
        <p:spPr>
          <a:xfrm>
            <a:off x="485774" y="1044387"/>
            <a:ext cx="113823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</a:rPr>
              <a:t>1. Is the place suitable for opening a restaurant?</a:t>
            </a:r>
          </a:p>
          <a:p>
            <a:endParaRPr lang="en-US" sz="3200" dirty="0">
              <a:effectLst/>
              <a:latin typeface="Arial" panose="020B0604020202020204" pitchFamily="34" charset="0"/>
            </a:endParaRPr>
          </a:p>
          <a:p>
            <a:r>
              <a:rPr lang="en-US" sz="3200" dirty="0">
                <a:effectLst/>
                <a:latin typeface="Arial" panose="020B0604020202020204" pitchFamily="34" charset="0"/>
              </a:rPr>
              <a:t>2. Is it a good place for a contractor to start his/her own business, i.e. to setup his/her office?</a:t>
            </a:r>
            <a:endParaRPr lang="de-DE" sz="32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B30CC7C-20FD-4A26-964F-329F63635620}"/>
              </a:ext>
            </a:extLst>
          </p:cNvPr>
          <p:cNvSpPr txBox="1"/>
          <p:nvPr/>
        </p:nvSpPr>
        <p:spPr>
          <a:xfrm>
            <a:off x="1239202" y="3535680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effectLst/>
                <a:latin typeface="Arial" panose="020B0604020202020204" pitchFamily="34" charset="0"/>
              </a:rPr>
              <a:t>OUR GOAL</a:t>
            </a:r>
            <a:endParaRPr lang="de-DE" sz="3200" b="1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7AFCDB-A457-4982-88FD-B1D1B25BEB8C}"/>
              </a:ext>
            </a:extLst>
          </p:cNvPr>
          <p:cNvSpPr txBox="1"/>
          <p:nvPr/>
        </p:nvSpPr>
        <p:spPr>
          <a:xfrm>
            <a:off x="485774" y="4416295"/>
            <a:ext cx="11382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</a:rPr>
              <a:t>To analyze: Is Amsterdam being a well multicultural place to satisfy the above two main business problem?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41613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7CAA-DA98-404F-A97A-8218D4EFF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4174" b="1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CEF06DD0-E1C8-43F7-949B-1933220D204D}"/>
              </a:ext>
            </a:extLst>
          </p:cNvPr>
          <p:cNvSpPr txBox="1"/>
          <p:nvPr/>
        </p:nvSpPr>
        <p:spPr>
          <a:xfrm>
            <a:off x="1158240" y="2844225"/>
            <a:ext cx="987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effectLst/>
                <a:latin typeface="Arial" panose="020B0604020202020204" pitchFamily="34" charset="0"/>
              </a:rPr>
              <a:t>Thank</a:t>
            </a:r>
            <a:r>
              <a:rPr lang="de-DE" sz="3200" b="1" dirty="0">
                <a:effectLst/>
                <a:latin typeface="Arial" panose="020B0604020202020204" pitchFamily="34" charset="0"/>
              </a:rPr>
              <a:t> </a:t>
            </a:r>
            <a:r>
              <a:rPr lang="de-DE" sz="3200" b="1" dirty="0" err="1">
                <a:effectLst/>
                <a:latin typeface="Arial" panose="020B0604020202020204" pitchFamily="34" charset="0"/>
              </a:rPr>
              <a:t>You</a:t>
            </a:r>
            <a:r>
              <a:rPr lang="de-DE" sz="3200" b="1" dirty="0">
                <a:effectLst/>
                <a:latin typeface="Arial" panose="020B0604020202020204" pitchFamily="34" charset="0"/>
              </a:rPr>
              <a:t>!</a:t>
            </a:r>
            <a:endParaRPr lang="de-DE" sz="3200" b="1" dirty="0"/>
          </a:p>
        </p:txBody>
      </p:sp>
    </p:spTree>
    <p:extLst>
      <p:ext uri="{BB962C8B-B14F-4D97-AF65-F5344CB8AC3E}">
        <p14:creationId xmlns:p14="http://schemas.microsoft.com/office/powerpoint/2010/main" val="173974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Breitbild</PresentationFormat>
  <Paragraphs>33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IBM DATA SCIENCE CAPSTONE PROJECT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DATA SCIENCE CAPSTONE PROJECT</dc:title>
  <dc:creator>Berlet, Lukas</dc:creator>
  <cp:lastModifiedBy>Berlet, Lukas</cp:lastModifiedBy>
  <cp:revision>2</cp:revision>
  <dcterms:created xsi:type="dcterms:W3CDTF">2021-05-24T14:49:38Z</dcterms:created>
  <dcterms:modified xsi:type="dcterms:W3CDTF">2021-05-24T15:02:05Z</dcterms:modified>
</cp:coreProperties>
</file>